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Bild med halvgenomskinlig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2160000"/>
            <a:ext cx="4320000" cy="2160000"/>
          </a:xfrm>
          <a:prstGeom prst="rect">
            <a:avLst/>
          </a:prstGeom>
          <a:solidFill>
            <a:srgbClr val="1E5AC8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50 % genomskinlig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Transparens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