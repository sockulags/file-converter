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Information om bygglov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Byggnadsnämnden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Så går det till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Ansökan lämnas digitalt</a:t>
            </a:r>
          </a:p>
          <a:p>
            <a:r>
              <a:t>Handläggning inom tio veckor</a:t>
            </a:r>
          </a:p>
          <a:p>
            <a:r>
              <a:t>Beslut skickas som PDF/A – åäö</a:t>
            </a:r>
          </a:p>
        </p:txBody>
      </p:sp>
      <p:pic>
        <p:nvPicPr>
          <p:cNvPr id="4" name="Picture 3" descr="alph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0000" y="4320000"/>
            <a:ext cx="2160000" cy="108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Information om bygglov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